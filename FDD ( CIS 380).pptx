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008" userDrawn="1">
          <p15:clr>
            <a:srgbClr val="A4A3A4"/>
          </p15:clr>
        </p15:guide>
        <p15:guide id="4" orient="horz" pos="1584" userDrawn="1">
          <p15:clr>
            <a:srgbClr val="A4A3A4"/>
          </p15:clr>
        </p15:guide>
        <p15:guide id="5" pos="1512" userDrawn="1">
          <p15:clr>
            <a:srgbClr val="A4A3A4"/>
          </p15:clr>
        </p15:guide>
        <p15:guide id="6" pos="144" userDrawn="1">
          <p15:clr>
            <a:srgbClr val="A4A3A4"/>
          </p15:clr>
        </p15:guide>
        <p15:guide id="7" pos="576" userDrawn="1">
          <p15:clr>
            <a:srgbClr val="A4A3A4"/>
          </p15:clr>
        </p15:guide>
        <p15:guide id="8" pos="4992" userDrawn="1">
          <p15:clr>
            <a:srgbClr val="A4A3A4"/>
          </p15:clr>
        </p15:guide>
        <p15:guide id="9" pos="2688" userDrawn="1">
          <p15:clr>
            <a:srgbClr val="A4A3A4"/>
          </p15:clr>
        </p15:guide>
        <p15:guide id="10" pos="7512" userDrawn="1">
          <p15:clr>
            <a:srgbClr val="A4A3A4"/>
          </p15:clr>
        </p15:guide>
        <p15:guide id="11" pos="61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>
        <p:guide orient="horz" pos="2160"/>
        <p:guide pos="3840"/>
        <p:guide orient="horz" pos="1008"/>
        <p:guide orient="horz" pos="1584"/>
        <p:guide pos="1512"/>
        <p:guide pos="144"/>
        <p:guide pos="576"/>
        <p:guide pos="4992"/>
        <p:guide pos="2688"/>
        <p:guide pos="7512"/>
        <p:guide pos="61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19B7B-D860-4340-BB1C-9DA958860BA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09AECA-0AA6-864C-89FC-01A8019E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75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9AECA-0AA6-864C-89FC-01A8019E5D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92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F3579-5E2F-8BA8-9C3D-A5A3CA0A2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F2B4E-76CF-C9D2-92B7-EE303ADF8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841D4-62C4-8B0B-D076-6FBD098D8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B7D6-3A32-9D41-94C7-44120720969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F708E-B93A-2BB9-1E42-424801CA7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E09FA-E1D0-EBA6-0568-2ED2E5F4A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9FAE-A818-4442-B5EC-40C3679C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11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33B32-A53A-6AA9-FB6A-D3DE1E433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EF1F1-EB18-49E4-3C70-61D4B0ABE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881F0-AF66-A806-4D2D-BD520606F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B7D6-3A32-9D41-94C7-44120720969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2B539-77F3-28A6-F5F3-5F94C5492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900B-A7B7-4C93-1167-FC99532FF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9FAE-A818-4442-B5EC-40C3679C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662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D3A0E-1D02-BC39-43CD-8AF50630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421A3-94A5-4718-2974-E4368F4F1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9B087-323F-72AC-FED0-A2C533351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B7D6-3A32-9D41-94C7-44120720969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93BFF-C93B-734F-1D39-D71F4DE74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62AB4-8002-ABF8-4456-0E92AF08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9FAE-A818-4442-B5EC-40C3679C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245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A07F4-4B5D-B567-C61B-DE6FBDC46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78E90-BBCA-53DD-5C84-F6764A5A84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27896-AB05-15ED-920E-7B9208170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5E57F-970A-083E-31A8-CC882B84B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B7D6-3A32-9D41-94C7-44120720969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2CA7C-2585-2AA8-BA22-246404BBC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86520-E16C-E88E-232A-3D25854A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9FAE-A818-4442-B5EC-40C3679C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90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8DC42-6BC4-78BC-6176-6BB9644BA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74C81-BC51-3730-9A86-7629A0D4A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44A94-4190-970A-CC2E-84B6F8A44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6A27C0-2ABB-0968-4CFB-AB67C4C1D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653154-F5A1-7719-2E46-25CCE4F2C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82A10-4A03-FAD3-C6FF-69B7443D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B7D6-3A32-9D41-94C7-44120720969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6533B1-0DCC-012F-8DFF-A327620E0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1824FD-A02A-791E-702A-EA56748EA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9FAE-A818-4442-B5EC-40C3679C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45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4ED2E-1C7C-19D4-850D-5165B3932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53AFA1-1C68-45E3-FB44-119EE24C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B7D6-3A32-9D41-94C7-44120720969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ADB66A-960D-51D4-0813-60B068B19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CD1A7-9E22-8380-08F2-D9649D241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9FAE-A818-4442-B5EC-40C3679C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489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B6A3FD-5FBF-7FE3-71D1-E3383C757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B7D6-3A32-9D41-94C7-44120720969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B1F95D-2C7D-292B-96B4-FB0FD05E6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74B86-C8DF-97B9-113F-34506BF5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9FAE-A818-4442-B5EC-40C3679C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970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7C339-AD97-8DCC-ED0C-33A52F95C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B7FEB-CFFB-4CBE-656E-546BB0F61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6630-4A6E-D5F2-CD78-FD75FF9A5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ABB36-714E-D9F5-25C6-9F5E4AB21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B7D6-3A32-9D41-94C7-44120720969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61C4E-968A-6E61-4200-86A55D8E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3A267-322C-395D-53B0-6C7946A1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9FAE-A818-4442-B5EC-40C3679C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975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DD3B3-0027-6825-B8DA-3B210486E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13D538-CADB-ADCE-9902-0475C0983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78D07-82EA-6591-349A-14F6E2F4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24EA5-4550-E517-6F08-05C67789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B7D6-3A32-9D41-94C7-44120720969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73BC9-2D42-403A-7167-FE73A987C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1AF10-E3BF-8FFE-207D-5DE068D7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9FAE-A818-4442-B5EC-40C3679C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21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39807-18B5-2266-C5F3-546E8D173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183DD2-63A2-28E5-CE4C-AE9F44B02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3B6D5-A62E-2B5F-6FE6-E60A741A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B7D6-3A32-9D41-94C7-44120720969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4674C-4D02-A360-4C02-774F2FB9A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E45B6-5765-C087-EEA0-64E1FC926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9FAE-A818-4442-B5EC-40C3679C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18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1E97F-BE94-6AE7-BE7D-2C39B642D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B87B6-F99C-28F6-0F5B-742AF0FB9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4E5D6-33B9-A0AF-1DE0-95C387FFB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B7D6-3A32-9D41-94C7-44120720969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90A91-7878-0F11-BE58-BFC548B63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64445-84A3-6E7D-C018-9D77EAE99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9FAE-A818-4442-B5EC-40C3679C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64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8A50ED-061F-CBAD-FEE1-853DC62CF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BC246-93D3-6B84-7CD0-60C7307FD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B4AED-05C4-78FF-1177-08888DC58F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B9B7D6-3A32-9D41-94C7-44120720969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FFF68-936D-459C-0756-76E0D330A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FA560-6117-13DC-D34E-DD18DEFCE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5C9FAE-A818-4442-B5EC-40C3679CC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3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CAFF8A-9A6F-307A-F246-F3742BF2C3BA}"/>
              </a:ext>
            </a:extLst>
          </p:cNvPr>
          <p:cNvSpPr txBox="1"/>
          <p:nvPr/>
        </p:nvSpPr>
        <p:spPr>
          <a:xfrm>
            <a:off x="5566979" y="547253"/>
            <a:ext cx="1056250" cy="478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400" dirty="0"/>
              <a:t>Disney</a:t>
            </a:r>
            <a:r>
              <a:rPr lang="en-US" sz="1200" dirty="0"/>
              <a:t> Guest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5BD818-7B76-E47C-472D-0651414E91E2}"/>
              </a:ext>
            </a:extLst>
          </p:cNvPr>
          <p:cNvSpPr txBox="1"/>
          <p:nvPr/>
        </p:nvSpPr>
        <p:spPr>
          <a:xfrm>
            <a:off x="5567875" y="1366918"/>
            <a:ext cx="1056250" cy="478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200" dirty="0"/>
              <a:t>My Disney </a:t>
            </a:r>
            <a:r>
              <a:rPr lang="en-US" sz="1400" dirty="0"/>
              <a:t>Experience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CF9BAB-6767-5C07-E845-1BBCB2BC0B24}"/>
              </a:ext>
            </a:extLst>
          </p:cNvPr>
          <p:cNvSpPr txBox="1"/>
          <p:nvPr/>
        </p:nvSpPr>
        <p:spPr>
          <a:xfrm>
            <a:off x="1210058" y="1379275"/>
            <a:ext cx="1056250" cy="478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400" dirty="0"/>
              <a:t>Analog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C3B67E0B-939B-3793-FA92-DB66C3D78E1B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16200000" flipH="1">
            <a:off x="5924899" y="1195816"/>
            <a:ext cx="341307" cy="89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77690D2C-3F1A-930C-E27E-82C5C602B933}"/>
              </a:ext>
            </a:extLst>
          </p:cNvPr>
          <p:cNvCxnSpPr>
            <a:stCxn id="2" idx="1"/>
            <a:endCxn id="4" idx="0"/>
          </p:cNvCxnSpPr>
          <p:nvPr/>
        </p:nvCxnSpPr>
        <p:spPr>
          <a:xfrm rot="10800000" flipV="1">
            <a:off x="1738183" y="786431"/>
            <a:ext cx="3828796" cy="5928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D9A9450-34C1-12B5-CB7D-8E10841CDE30}"/>
              </a:ext>
            </a:extLst>
          </p:cNvPr>
          <p:cNvSpPr txBox="1"/>
          <p:nvPr/>
        </p:nvSpPr>
        <p:spPr>
          <a:xfrm>
            <a:off x="5566979" y="2285439"/>
            <a:ext cx="1056250" cy="478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400" dirty="0"/>
              <a:t>Genie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D42A3214-4F61-51B6-3C6C-C141F26D1EEE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 rot="5400000">
            <a:off x="5875471" y="2064909"/>
            <a:ext cx="440163" cy="89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71514E0-ABF1-F560-BA2E-E3A464649829}"/>
              </a:ext>
            </a:extLst>
          </p:cNvPr>
          <p:cNvSpPr txBox="1"/>
          <p:nvPr/>
        </p:nvSpPr>
        <p:spPr>
          <a:xfrm>
            <a:off x="3718542" y="2297796"/>
            <a:ext cx="1056250" cy="478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200" dirty="0"/>
              <a:t>Genie+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E3817E34-D1DA-5CC3-D042-32E96EEB4CB3}"/>
              </a:ext>
            </a:extLst>
          </p:cNvPr>
          <p:cNvCxnSpPr>
            <a:stCxn id="3" idx="1"/>
            <a:endCxn id="12" idx="0"/>
          </p:cNvCxnSpPr>
          <p:nvPr/>
        </p:nvCxnSpPr>
        <p:spPr>
          <a:xfrm rot="10800000" flipV="1">
            <a:off x="4246667" y="1606096"/>
            <a:ext cx="1321208" cy="6916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B209FB1-EBE3-B301-C19B-D882F64BE180}"/>
              </a:ext>
            </a:extLst>
          </p:cNvPr>
          <p:cNvSpPr txBox="1"/>
          <p:nvPr/>
        </p:nvSpPr>
        <p:spPr>
          <a:xfrm>
            <a:off x="5040146" y="3197796"/>
            <a:ext cx="2055991" cy="2480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171450" indent="-171450" algn="ctr">
              <a:buFont typeface="Wingdings" pitchFamily="2" charset="2"/>
              <a:buChar char="Ø"/>
            </a:pPr>
            <a:r>
              <a:rPr lang="en-US" sz="1400" dirty="0"/>
              <a:t>Peak Hours</a:t>
            </a:r>
          </a:p>
          <a:p>
            <a:pPr marL="171450" indent="-171450" algn="ctr">
              <a:buFont typeface="Wingdings" pitchFamily="2" charset="2"/>
              <a:buChar char="Ø"/>
            </a:pPr>
            <a:r>
              <a:rPr lang="en-US" sz="1400" dirty="0"/>
              <a:t>Ride Wait Times</a:t>
            </a:r>
          </a:p>
          <a:p>
            <a:pPr marL="171450" indent="-171450" algn="ctr">
              <a:buFont typeface="Wingdings" pitchFamily="2" charset="2"/>
              <a:buChar char="Ø"/>
            </a:pPr>
            <a:r>
              <a:rPr lang="en-US" sz="1400" dirty="0"/>
              <a:t>Park Hours</a:t>
            </a:r>
          </a:p>
          <a:p>
            <a:pPr marL="171450" indent="-171450" algn="ctr">
              <a:buFont typeface="Wingdings" pitchFamily="2" charset="2"/>
              <a:buChar char="Ø"/>
            </a:pPr>
            <a:r>
              <a:rPr lang="en-US" sz="1400" dirty="0"/>
              <a:t>Meal Availability</a:t>
            </a:r>
          </a:p>
          <a:p>
            <a:pPr marL="171450" indent="-171450" algn="ctr">
              <a:buFont typeface="Wingdings" pitchFamily="2" charset="2"/>
              <a:buChar char="Ø"/>
            </a:pPr>
            <a:r>
              <a:rPr lang="en-US" sz="1400" dirty="0"/>
              <a:t>Attach Tickets</a:t>
            </a:r>
          </a:p>
          <a:p>
            <a:pPr marL="171450" indent="-171450" algn="ctr">
              <a:buFont typeface="Wingdings" pitchFamily="2" charset="2"/>
              <a:buChar char="Ø"/>
            </a:pPr>
            <a:r>
              <a:rPr lang="en-US" sz="1400" dirty="0"/>
              <a:t>Browse Photos</a:t>
            </a:r>
          </a:p>
          <a:p>
            <a:pPr marL="171450" indent="-171450" algn="ctr">
              <a:buFont typeface="Wingdings" pitchFamily="2" charset="2"/>
              <a:buChar char="Ø"/>
            </a:pPr>
            <a:r>
              <a:rPr lang="en-US" sz="1400" dirty="0"/>
              <a:t>Push Notifications</a:t>
            </a:r>
          </a:p>
          <a:p>
            <a:pPr marL="171450" indent="-171450" algn="ctr">
              <a:buFont typeface="Wingdings" pitchFamily="2" charset="2"/>
              <a:buChar char="Ø"/>
            </a:pPr>
            <a:r>
              <a:rPr lang="en-US" sz="1400" dirty="0"/>
              <a:t>Order Food</a:t>
            </a:r>
          </a:p>
          <a:p>
            <a:pPr marL="171450" indent="-171450" algn="ctr">
              <a:buFont typeface="Wingdings" pitchFamily="2" charset="2"/>
              <a:buChar char="Ø"/>
            </a:pPr>
            <a:r>
              <a:rPr lang="en-US" sz="1400" dirty="0"/>
              <a:t>Virtual Lineups</a:t>
            </a:r>
          </a:p>
          <a:p>
            <a:pPr marL="171450" indent="-171450" algn="ctr">
              <a:buFont typeface="Wingdings" pitchFamily="2" charset="2"/>
              <a:buChar char="Ø"/>
            </a:pPr>
            <a:r>
              <a:rPr lang="en-US" sz="1400" dirty="0"/>
              <a:t>Digital Boarding Ticket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50D48E3D-4ECE-58CE-A090-7160687657AB}"/>
              </a:ext>
            </a:extLst>
          </p:cNvPr>
          <p:cNvCxnSpPr>
            <a:cxnSpLocks/>
            <a:endCxn id="15" idx="0"/>
          </p:cNvCxnSpPr>
          <p:nvPr/>
        </p:nvCxnSpPr>
        <p:spPr>
          <a:xfrm rot="5400000">
            <a:off x="5848929" y="2976846"/>
            <a:ext cx="440163" cy="173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E48DE33-BCB5-0C44-336D-EED23720D11B}"/>
              </a:ext>
            </a:extLst>
          </p:cNvPr>
          <p:cNvSpPr txBox="1"/>
          <p:nvPr/>
        </p:nvSpPr>
        <p:spPr>
          <a:xfrm>
            <a:off x="1738183" y="2292794"/>
            <a:ext cx="1319306" cy="478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400" dirty="0"/>
              <a:t>Lightning</a:t>
            </a:r>
            <a:r>
              <a:rPr lang="en-US" sz="1200" dirty="0"/>
              <a:t> Lane (Access Queue)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9356FB42-BF36-A6B4-467B-C41BFF302A96}"/>
              </a:ext>
            </a:extLst>
          </p:cNvPr>
          <p:cNvCxnSpPr>
            <a:cxnSpLocks/>
            <a:stCxn id="3" idx="1"/>
            <a:endCxn id="20" idx="0"/>
          </p:cNvCxnSpPr>
          <p:nvPr/>
        </p:nvCxnSpPr>
        <p:spPr>
          <a:xfrm rot="10800000" flipV="1">
            <a:off x="2397837" y="1606096"/>
            <a:ext cx="3170039" cy="68669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FDA48F40-3929-0FCE-2DBA-7826B9341017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 rot="5400000">
            <a:off x="2179335" y="2979295"/>
            <a:ext cx="426644" cy="1035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33F93FB-FA64-31F8-C36C-68E369A864BC}"/>
              </a:ext>
            </a:extLst>
          </p:cNvPr>
          <p:cNvSpPr txBox="1"/>
          <p:nvPr/>
        </p:nvSpPr>
        <p:spPr>
          <a:xfrm>
            <a:off x="1740582" y="3197796"/>
            <a:ext cx="1293791" cy="478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171450" indent="-171450" algn="ctr">
              <a:buFont typeface="Wingdings" pitchFamily="2" charset="2"/>
              <a:buChar char="Ø"/>
            </a:pPr>
            <a:r>
              <a:rPr lang="en-US" sz="1200" dirty="0"/>
              <a:t>Skip the Stand-by Line</a:t>
            </a: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20F2DACB-F381-4C4B-E1E8-0018A9296E7C}"/>
              </a:ext>
            </a:extLst>
          </p:cNvPr>
          <p:cNvCxnSpPr>
            <a:cxnSpLocks/>
            <a:endCxn id="31" idx="0"/>
          </p:cNvCxnSpPr>
          <p:nvPr/>
        </p:nvCxnSpPr>
        <p:spPr>
          <a:xfrm rot="10800000" flipV="1">
            <a:off x="919040" y="2521447"/>
            <a:ext cx="816163" cy="6793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CF6E72C-AEA9-E2C8-152C-510F06CB5AA8}"/>
              </a:ext>
            </a:extLst>
          </p:cNvPr>
          <p:cNvSpPr txBox="1"/>
          <p:nvPr/>
        </p:nvSpPr>
        <p:spPr>
          <a:xfrm>
            <a:off x="259386" y="3200789"/>
            <a:ext cx="1319306" cy="478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200" dirty="0"/>
              <a:t>Lightning Lane+ (Access Queue)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1B86F201-E32D-9066-E443-92C1099BCA5B}"/>
              </a:ext>
            </a:extLst>
          </p:cNvPr>
          <p:cNvCxnSpPr>
            <a:cxnSpLocks/>
            <a:stCxn id="31" idx="2"/>
            <a:endCxn id="34" idx="0"/>
          </p:cNvCxnSpPr>
          <p:nvPr/>
        </p:nvCxnSpPr>
        <p:spPr>
          <a:xfrm rot="5400000">
            <a:off x="691890" y="3904518"/>
            <a:ext cx="452520" cy="177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2829240-AE0E-B533-7603-E716CC4B4FF7}"/>
              </a:ext>
            </a:extLst>
          </p:cNvPr>
          <p:cNvSpPr txBox="1"/>
          <p:nvPr/>
        </p:nvSpPr>
        <p:spPr>
          <a:xfrm>
            <a:off x="257607" y="4131667"/>
            <a:ext cx="1319306" cy="112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171450" indent="-171450" algn="ctr">
              <a:buFont typeface="Wingdings" pitchFamily="2" charset="2"/>
              <a:buChar char="Ø"/>
            </a:pPr>
            <a:r>
              <a:rPr lang="en-US" sz="1200" dirty="0"/>
              <a:t>Priority Queue for High Demand Rides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F0098D8-0F03-37C2-7E7B-65856057D44F}"/>
              </a:ext>
            </a:extLst>
          </p:cNvPr>
          <p:cNvCxnSpPr>
            <a:cxnSpLocks/>
            <a:stCxn id="31" idx="3"/>
            <a:endCxn id="26" idx="1"/>
          </p:cNvCxnSpPr>
          <p:nvPr/>
        </p:nvCxnSpPr>
        <p:spPr>
          <a:xfrm flipV="1">
            <a:off x="1578692" y="3436975"/>
            <a:ext cx="161890" cy="29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334E1ED-3E57-0D08-C5BD-567BB08CFD57}"/>
              </a:ext>
            </a:extLst>
          </p:cNvPr>
          <p:cNvCxnSpPr>
            <a:stCxn id="12" idx="1"/>
            <a:endCxn id="20" idx="3"/>
          </p:cNvCxnSpPr>
          <p:nvPr/>
        </p:nvCxnSpPr>
        <p:spPr>
          <a:xfrm flipH="1" flipV="1">
            <a:off x="3057489" y="2531973"/>
            <a:ext cx="661053" cy="50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E55A1441-DBCA-56AD-70FB-58E0E3B494D0}"/>
              </a:ext>
            </a:extLst>
          </p:cNvPr>
          <p:cNvCxnSpPr>
            <a:cxnSpLocks/>
            <a:stCxn id="12" idx="2"/>
            <a:endCxn id="15" idx="1"/>
          </p:cNvCxnSpPr>
          <p:nvPr/>
        </p:nvCxnSpPr>
        <p:spPr>
          <a:xfrm rot="16200000" flipH="1">
            <a:off x="3812502" y="3210318"/>
            <a:ext cx="1661809" cy="7934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27A06795-B174-4AAD-7B42-B20274E6A80F}"/>
              </a:ext>
            </a:extLst>
          </p:cNvPr>
          <p:cNvCxnSpPr>
            <a:cxnSpLocks/>
            <a:stCxn id="3" idx="3"/>
            <a:endCxn id="56" idx="0"/>
          </p:cNvCxnSpPr>
          <p:nvPr/>
        </p:nvCxnSpPr>
        <p:spPr>
          <a:xfrm>
            <a:off x="6624125" y="1606097"/>
            <a:ext cx="3170039" cy="6781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CF46260E-8790-A223-0D14-4408BB061650}"/>
              </a:ext>
            </a:extLst>
          </p:cNvPr>
          <p:cNvCxnSpPr>
            <a:cxnSpLocks/>
            <a:endCxn id="52" idx="0"/>
          </p:cNvCxnSpPr>
          <p:nvPr/>
        </p:nvCxnSpPr>
        <p:spPr>
          <a:xfrm rot="16200000" flipH="1">
            <a:off x="7583716" y="1941285"/>
            <a:ext cx="682894" cy="7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AFC2610-DEBD-BCDF-B3F5-8C07D68013F7}"/>
              </a:ext>
            </a:extLst>
          </p:cNvPr>
          <p:cNvSpPr txBox="1"/>
          <p:nvPr/>
        </p:nvSpPr>
        <p:spPr>
          <a:xfrm>
            <a:off x="7397402" y="2283096"/>
            <a:ext cx="1056250" cy="478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200" dirty="0"/>
              <a:t>AI-Powered Support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0934AA4A-5973-76C8-3D55-BAA2DC3ED52E}"/>
              </a:ext>
            </a:extLst>
          </p:cNvPr>
          <p:cNvCxnSpPr>
            <a:cxnSpLocks/>
            <a:endCxn id="55" idx="0"/>
          </p:cNvCxnSpPr>
          <p:nvPr/>
        </p:nvCxnSpPr>
        <p:spPr>
          <a:xfrm rot="16200000" flipH="1">
            <a:off x="7703697" y="2983660"/>
            <a:ext cx="439002" cy="159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4422462-87A2-7FC1-F493-10AFD70D98C8}"/>
              </a:ext>
            </a:extLst>
          </p:cNvPr>
          <p:cNvSpPr txBox="1"/>
          <p:nvPr/>
        </p:nvSpPr>
        <p:spPr>
          <a:xfrm>
            <a:off x="7265147" y="3203959"/>
            <a:ext cx="1317698" cy="1117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171450" indent="-171450" algn="ctr">
              <a:buFont typeface="Wingdings" pitchFamily="2" charset="2"/>
              <a:buChar char="Ø"/>
            </a:pPr>
            <a:r>
              <a:rPr lang="en-US" sz="1200" dirty="0"/>
              <a:t>Preference-based Optimization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C98A061-3607-4886-8F69-E259A408DCFD}"/>
              </a:ext>
            </a:extLst>
          </p:cNvPr>
          <p:cNvSpPr txBox="1"/>
          <p:nvPr/>
        </p:nvSpPr>
        <p:spPr>
          <a:xfrm>
            <a:off x="9134511" y="2284268"/>
            <a:ext cx="1319306" cy="478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200" dirty="0"/>
              <a:t>MagicBands (Firmware)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3D3861-5C27-BB63-0CCB-5D0118B0A6A7}"/>
              </a:ext>
            </a:extLst>
          </p:cNvPr>
          <p:cNvSpPr txBox="1"/>
          <p:nvPr/>
        </p:nvSpPr>
        <p:spPr>
          <a:xfrm>
            <a:off x="9134165" y="3201226"/>
            <a:ext cx="1314034" cy="1232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171450" indent="-171450" algn="ctr">
              <a:buFont typeface="Wingdings" pitchFamily="2" charset="2"/>
              <a:buChar char="Ø"/>
            </a:pPr>
            <a:r>
              <a:rPr lang="en-US" sz="1200" dirty="0"/>
              <a:t>Digital Key</a:t>
            </a:r>
          </a:p>
          <a:p>
            <a:pPr marL="171450" indent="-171450" algn="ctr">
              <a:buFont typeface="Wingdings" pitchFamily="2" charset="2"/>
              <a:buChar char="Ø"/>
            </a:pPr>
            <a:r>
              <a:rPr lang="en-US" sz="1200" dirty="0"/>
              <a:t>Parking Passes</a:t>
            </a:r>
          </a:p>
          <a:p>
            <a:pPr marL="171450" indent="-171450" algn="ctr">
              <a:buFont typeface="Wingdings" pitchFamily="2" charset="2"/>
              <a:buChar char="Ø"/>
            </a:pPr>
            <a:r>
              <a:rPr lang="en-US" sz="1200" dirty="0"/>
              <a:t>Photo Pass Links</a:t>
            </a:r>
          </a:p>
          <a:p>
            <a:pPr marL="171450" indent="-171450" algn="ctr">
              <a:buFont typeface="Wingdings" pitchFamily="2" charset="2"/>
              <a:buChar char="Ø"/>
            </a:pPr>
            <a:r>
              <a:rPr lang="en-US" sz="1200" dirty="0"/>
              <a:t>Wallet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2AC6B6D-EE49-70B3-A2E6-339820CD37B5}"/>
              </a:ext>
            </a:extLst>
          </p:cNvPr>
          <p:cNvSpPr txBox="1"/>
          <p:nvPr/>
        </p:nvSpPr>
        <p:spPr>
          <a:xfrm>
            <a:off x="10601121" y="3202849"/>
            <a:ext cx="1319306" cy="478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400" dirty="0"/>
              <a:t>MagicBands</a:t>
            </a:r>
            <a:r>
              <a:rPr lang="en-US" sz="1200" dirty="0"/>
              <a:t>+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CFB812-FA0B-0E75-C825-2D85872C269F}"/>
              </a:ext>
            </a:extLst>
          </p:cNvPr>
          <p:cNvSpPr txBox="1"/>
          <p:nvPr/>
        </p:nvSpPr>
        <p:spPr>
          <a:xfrm>
            <a:off x="10602730" y="4031760"/>
            <a:ext cx="1314034" cy="12324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171450" indent="-171450" algn="ctr">
              <a:buFont typeface="Wingdings" pitchFamily="2" charset="2"/>
              <a:buChar char="Ø"/>
            </a:pPr>
            <a:r>
              <a:rPr lang="en-US" sz="1400" dirty="0"/>
              <a:t>Haptic  Feedback</a:t>
            </a:r>
          </a:p>
          <a:p>
            <a:pPr marL="171450" indent="-171450" algn="ctr">
              <a:buFont typeface="Wingdings" pitchFamily="2" charset="2"/>
              <a:buChar char="Ø"/>
            </a:pPr>
            <a:r>
              <a:rPr lang="en-US" sz="1400" dirty="0"/>
              <a:t>Lights</a:t>
            </a:r>
          </a:p>
          <a:p>
            <a:pPr marL="171450" indent="-171450" algn="ctr">
              <a:buFont typeface="Wingdings" pitchFamily="2" charset="2"/>
              <a:buChar char="Ø"/>
            </a:pPr>
            <a:r>
              <a:rPr lang="en-US" sz="1400" dirty="0"/>
              <a:t>Motion Sensor</a:t>
            </a:r>
          </a:p>
        </p:txBody>
      </p: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C0D0DB7A-8867-7B55-115A-3619853015A3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>
            <a:off x="10453817" y="2523447"/>
            <a:ext cx="806957" cy="6794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FE6679D-4B3E-E5CC-BF8F-BFFB91FA748F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 flipH="1">
            <a:off x="9791182" y="2762626"/>
            <a:ext cx="2982" cy="43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2950C35-223A-7D37-2B17-F6D8FBA771F7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 flipH="1">
            <a:off x="11259747" y="3681207"/>
            <a:ext cx="1027" cy="3505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276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78</Words>
  <Application>Microsoft Office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Gormley</dc:creator>
  <cp:lastModifiedBy>Sawaira Niaz</cp:lastModifiedBy>
  <cp:revision>4</cp:revision>
  <dcterms:created xsi:type="dcterms:W3CDTF">2025-04-02T01:15:31Z</dcterms:created>
  <dcterms:modified xsi:type="dcterms:W3CDTF">2025-05-06T16:25:08Z</dcterms:modified>
</cp:coreProperties>
</file>